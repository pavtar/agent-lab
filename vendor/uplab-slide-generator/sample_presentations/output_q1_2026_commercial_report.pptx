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  <p:sldMasterId id="2147483677" r:id="rId6"/>
  </p:sldMasterIdLst>
  <p:notesMasterIdLst>
    <p:notesMasterId r:id="rId7"/>
  </p:notesMasterIdLst>
  <p:sldIdLst>
    <p:sldId id="256" r:id="rId32"/>
    <p:sldId id="257" r:id="rId33"/>
    <p:sldId id="258" r:id="rId34"/>
    <p:sldId id="259" r:id="rId35"/>
    <p:sldId id="260" r:id="rId36"/>
    <p:sldId id="261" r:id="rId37"/>
  </p:sldIdLst>
  <p:sldSz cy="5143500" cx="9144000"/>
  <p:notesSz cx="6858000" cy="9144000"/>
  <p:embeddedFontLst>
    <p:embeddedFont>
      <p:font typeface="Inter Light"/>
      <p:regular r:id="rId56"/>
      <p:bold r:id="rId57"/>
      <p:italic r:id="rId58"/>
      <p:boldItalic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ontserrat"/>
      <p:regular r:id="rId64"/>
      <p:bold r:id="rId65"/>
      <p:italic r:id="rId66"/>
      <p:boldItalic r:id="rId67"/>
    </p:embeddedFont>
    <p:embeddedFont>
      <p:font typeface="Helvetica Neue"/>
      <p:regular r:id="rId68"/>
      <p:bold r:id="rId69"/>
      <p:italic r:id="rId70"/>
      <p:boldItalic r:id="rId71"/>
    </p:embeddedFont>
    <p:embeddedFont>
      <p:font typeface="Helvetica Neue Light"/>
      <p:regular r:id="rId72"/>
      <p:bold r:id="rId73"/>
      <p:italic r:id="rId74"/>
      <p:boldItalic r:id="rId75"/>
    </p:embeddedFont>
    <p:embeddedFont>
      <p:font typeface="Inter Medium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49">
          <p15:clr>
            <a:schemeClr val="accent4"/>
          </p15:clr>
        </p15:guide>
        <p15:guide id="2" pos="2862">
          <p15:clr>
            <a:schemeClr val="accent4"/>
          </p15:clr>
        </p15:guide>
        <p15:guide id="3" orient="horz" pos="823">
          <p15:clr>
            <a:schemeClr val="accent4"/>
          </p15:clr>
        </p15:guide>
        <p15:guide id="4" orient="horz" pos="1090">
          <p15:clr>
            <a:schemeClr val="accent4"/>
          </p15:clr>
        </p15:guide>
        <p15:guide id="5" orient="horz" pos="1369">
          <p15:clr>
            <a:schemeClr val="accent4"/>
          </p15:clr>
        </p15:guide>
        <p15:guide id="6" orient="horz" pos="1630">
          <p15:clr>
            <a:schemeClr val="accent4"/>
          </p15:clr>
        </p15:guide>
        <p15:guide id="7" orient="horz" pos="1899">
          <p15:clr>
            <a:schemeClr val="accent4"/>
          </p15:clr>
        </p15:guide>
        <p15:guide id="8" orient="horz" pos="2171">
          <p15:clr>
            <a:schemeClr val="accent4"/>
          </p15:clr>
        </p15:guide>
        <p15:guide id="9" orient="horz" pos="2444">
          <p15:clr>
            <a:schemeClr val="accent4"/>
          </p15:clr>
        </p15:guide>
        <p15:guide id="10" orient="horz" pos="2711">
          <p15:clr>
            <a:schemeClr val="accent4"/>
          </p15:clr>
        </p15:guide>
        <p15:guide id="11" orient="horz" pos="2975">
          <p15:clr>
            <a:schemeClr val="accent4"/>
          </p15:clr>
        </p15:guide>
        <p15:guide id="12" pos="176">
          <p15:clr>
            <a:schemeClr val="accent4"/>
          </p15:clr>
        </p15:guide>
        <p15:guide id="13" pos="591">
          <p15:clr>
            <a:schemeClr val="accent4"/>
          </p15:clr>
        </p15:guide>
        <p15:guide id="14" pos="638">
          <p15:clr>
            <a:schemeClr val="accent4"/>
          </p15:clr>
        </p15:guide>
        <p15:guide id="15" pos="1047">
          <p15:clr>
            <a:schemeClr val="accent4"/>
          </p15:clr>
        </p15:guide>
        <p15:guide id="16" pos="1100">
          <p15:clr>
            <a:schemeClr val="accent4"/>
          </p15:clr>
        </p15:guide>
        <p15:guide id="17" pos="1500">
          <p15:clr>
            <a:schemeClr val="accent4"/>
          </p15:clr>
        </p15:guide>
        <p15:guide id="18" pos="1548">
          <p15:clr>
            <a:schemeClr val="accent4"/>
          </p15:clr>
        </p15:guide>
        <p15:guide id="19" pos="1953">
          <p15:clr>
            <a:schemeClr val="accent4"/>
          </p15:clr>
        </p15:guide>
        <p15:guide id="20" pos="2003">
          <p15:clr>
            <a:schemeClr val="accent4"/>
          </p15:clr>
        </p15:guide>
        <p15:guide id="21" pos="2408">
          <p15:clr>
            <a:schemeClr val="accent4"/>
          </p15:clr>
        </p15:guide>
        <p15:guide id="22" pos="2459">
          <p15:clr>
            <a:schemeClr val="accent4"/>
          </p15:clr>
        </p15:guide>
        <p15:guide id="23" pos="2914">
          <p15:clr>
            <a:schemeClr val="accent4"/>
          </p15:clr>
        </p15:guide>
        <p15:guide id="24" pos="3315">
          <p15:clr>
            <a:schemeClr val="accent4"/>
          </p15:clr>
        </p15:guide>
        <p15:guide id="25" pos="3368">
          <p15:clr>
            <a:schemeClr val="accent4"/>
          </p15:clr>
        </p15:guide>
        <p15:guide id="26" pos="3772">
          <p15:clr>
            <a:schemeClr val="accent4"/>
          </p15:clr>
        </p15:guide>
        <p15:guide id="27" pos="3821">
          <p15:clr>
            <a:schemeClr val="accent4"/>
          </p15:clr>
        </p15:guide>
        <p15:guide id="28" pos="4225">
          <p15:clr>
            <a:schemeClr val="accent4"/>
          </p15:clr>
        </p15:guide>
        <p15:guide id="29" pos="4275">
          <p15:clr>
            <a:schemeClr val="accent4"/>
          </p15:clr>
        </p15:guide>
        <p15:guide id="30" pos="4678">
          <p15:clr>
            <a:schemeClr val="accent4"/>
          </p15:clr>
        </p15:guide>
        <p15:guide id="31" pos="4728">
          <p15:clr>
            <a:schemeClr val="accent4"/>
          </p15:clr>
        </p15:guide>
        <p15:guide id="32" pos="5131">
          <p15:clr>
            <a:schemeClr val="accent4"/>
          </p15:clr>
        </p15:guide>
        <p15:guide id="33" pos="5181">
          <p15:clr>
            <a:schemeClr val="accent4"/>
          </p15:clr>
        </p15:guide>
        <p15:guide id="34" pos="5584">
          <p15:clr>
            <a:schemeClr val="accent4"/>
          </p15:clr>
        </p15:guide>
        <p15:guide id="35" orient="horz" pos="703">
          <p15:clr>
            <a:srgbClr val="747775"/>
          </p15:clr>
        </p15:guide>
        <p15:guide id="36" orient="horz" pos="504">
          <p15:clr>
            <a:srgbClr val="747775"/>
          </p15:clr>
        </p15:guide>
        <p15:guide id="37" orient="horz" pos="1107">
          <p15:clr>
            <a:srgbClr val="747775"/>
          </p15:clr>
        </p15:guide>
        <p15:guide id="38" orient="horz" pos="2756">
          <p15:clr>
            <a:srgbClr val="747775"/>
          </p15:clr>
        </p15:guide>
        <p15:guide id="39" orient="horz" pos="2400">
          <p15:clr>
            <a:srgbClr val="747775"/>
          </p15:clr>
        </p15:guide>
        <p15:guide id="40" orient="horz" pos="288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3D5205-A638-40E8-9367-87A60A20FF23}">
  <a:tblStyle styleId="{CB3D5205-A638-40E8-9367-87A60A20FF23}" styleName="Table_0"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 b="off" i="off"/>
      <a:tcStyle>
        <a:fill>
          <a:solidFill>
            <a:srgbClr val="E3E5E8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76B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3797C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004C7F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9" orient="horz"/>
        <p:guide pos="2862"/>
        <p:guide pos="823" orient="horz"/>
        <p:guide pos="1090" orient="horz"/>
        <p:guide pos="1369" orient="horz"/>
        <p:guide pos="1630" orient="horz"/>
        <p:guide pos="1899" orient="horz"/>
        <p:guide pos="2171" orient="horz"/>
        <p:guide pos="2444" orient="horz"/>
        <p:guide pos="2711" orient="horz"/>
        <p:guide pos="2975" orient="horz"/>
        <p:guide pos="176"/>
        <p:guide pos="591"/>
        <p:guide pos="638"/>
        <p:guide pos="1047"/>
        <p:guide pos="1100"/>
        <p:guide pos="1500"/>
        <p:guide pos="1548"/>
        <p:guide pos="1953"/>
        <p:guide pos="2003"/>
        <p:guide pos="2408"/>
        <p:guide pos="2459"/>
        <p:guide pos="2914"/>
        <p:guide pos="3315"/>
        <p:guide pos="3368"/>
        <p:guide pos="3772"/>
        <p:guide pos="3821"/>
        <p:guide pos="4225"/>
        <p:guide pos="4275"/>
        <p:guide pos="4678"/>
        <p:guide pos="4728"/>
        <p:guide pos="5131"/>
        <p:guide pos="5181"/>
        <p:guide pos="5584"/>
        <p:guide pos="703" orient="horz"/>
        <p:guide pos="504" orient="horz"/>
        <p:guide pos="1107" orient="horz"/>
        <p:guide pos="2756" orient="horz"/>
        <p:guide pos="2400" orient="horz"/>
        <p:guide pos="288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56" Type="http://schemas.openxmlformats.org/officeDocument/2006/relationships/font" Target="fonts/InterLight-regular.fntdata"/><Relationship Id="rId57" Type="http://schemas.openxmlformats.org/officeDocument/2006/relationships/font" Target="fonts/InterLight-bold.fntdata"/><Relationship Id="rId58" Type="http://schemas.openxmlformats.org/officeDocument/2006/relationships/font" Target="fonts/InterLight-italic.fntdata"/><Relationship Id="rId59" Type="http://schemas.openxmlformats.org/officeDocument/2006/relationships/font" Target="fonts/InterLight-boldItalic.fntdata"/><Relationship Id="rId60" Type="http://schemas.openxmlformats.org/officeDocument/2006/relationships/font" Target="fonts/Inter-regular.fntdata"/><Relationship Id="rId61" Type="http://schemas.openxmlformats.org/officeDocument/2006/relationships/font" Target="fonts/Inter-bold.fntdata"/><Relationship Id="rId62" Type="http://schemas.openxmlformats.org/officeDocument/2006/relationships/font" Target="fonts/Inter-italic.fntdata"/><Relationship Id="rId63" Type="http://schemas.openxmlformats.org/officeDocument/2006/relationships/font" Target="fonts/Inter-boldItalic.fntdata"/><Relationship Id="rId64" Type="http://schemas.openxmlformats.org/officeDocument/2006/relationships/font" Target="fonts/Montserrat-regular.fntdata"/><Relationship Id="rId65" Type="http://schemas.openxmlformats.org/officeDocument/2006/relationships/font" Target="fonts/Montserrat-bold.fntdata"/><Relationship Id="rId66" Type="http://schemas.openxmlformats.org/officeDocument/2006/relationships/font" Target="fonts/Montserrat-italic.fntdata"/><Relationship Id="rId67" Type="http://schemas.openxmlformats.org/officeDocument/2006/relationships/font" Target="fonts/Montserrat-boldItalic.fntdata"/><Relationship Id="rId68" Type="http://schemas.openxmlformats.org/officeDocument/2006/relationships/font" Target="fonts/HelveticaNeue-regular.fntdata"/><Relationship Id="rId69" Type="http://schemas.openxmlformats.org/officeDocument/2006/relationships/font" Target="fonts/HelveticaNeue-bold.fntdata"/><Relationship Id="rId70" Type="http://schemas.openxmlformats.org/officeDocument/2006/relationships/font" Target="fonts/HelveticaNeue-italic.fntdata"/><Relationship Id="rId71" Type="http://schemas.openxmlformats.org/officeDocument/2006/relationships/font" Target="fonts/HelveticaNeue-boldItalic.fntdata"/><Relationship Id="rId72" Type="http://schemas.openxmlformats.org/officeDocument/2006/relationships/font" Target="fonts/HelveticaNeueLight-regular.fntdata"/><Relationship Id="rId73" Type="http://schemas.openxmlformats.org/officeDocument/2006/relationships/font" Target="fonts/HelveticaNeueLight-bold.fntdata"/><Relationship Id="rId74" Type="http://schemas.openxmlformats.org/officeDocument/2006/relationships/font" Target="fonts/HelveticaNeueLight-italic.fntdata"/><Relationship Id="rId75" Type="http://schemas.openxmlformats.org/officeDocument/2006/relationships/font" Target="fonts/HelveticaNeueLight-boldItalic.fntdata"/><Relationship Id="rId76" Type="http://schemas.openxmlformats.org/officeDocument/2006/relationships/font" Target="fonts/InterMedium-regular.fntdata"/><Relationship Id="rId77" Type="http://schemas.openxmlformats.org/officeDocument/2006/relationships/font" Target="fonts/InterMedium-bold.fntdata"/><Relationship Id="rId78" Type="http://schemas.openxmlformats.org/officeDocument/2006/relationships/font" Target="fonts/InterMedium-italic.fntdata"/><Relationship Id="rId79" Type="http://schemas.openxmlformats.org/officeDocument/2006/relationships/font" Target="fonts/InterMedium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ункты">
  <p:cSld name="Заголовок и пункты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nt">
  <p:cSld name="mint">
    <p:bg>
      <p:bgPr>
        <a:solidFill>
          <a:srgbClr val="CC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горизонтально">
  <p:cSld name="Фото — горизонтально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/>
          <p:nvPr>
            <p:ph idx="2" type="pic"/>
          </p:nvPr>
        </p:nvSpPr>
        <p:spPr>
          <a:xfrm>
            <a:off x="1172238" y="-147637"/>
            <a:ext cx="6801000" cy="45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6"/>
          <p:cNvSpPr txBox="1"/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" type="body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по центру">
  <p:cSld name="Заголовок — по центру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 — вертикально">
  <p:cSld name="Фото — вертикально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>
            <p:ph idx="2" type="pic"/>
          </p:nvPr>
        </p:nvSpPr>
        <p:spPr>
          <a:xfrm>
            <a:off x="4810125" y="357188"/>
            <a:ext cx="43005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8"/>
          <p:cNvSpPr txBox="1"/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 — сверху">
  <p:cSld name="Заголовок — сверху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, пункты и фото">
  <p:cSld name="Заголовок, пункты и фото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4110038" y="1181100"/>
            <a:ext cx="5229300" cy="3486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633413" y="1181100"/>
            <a:ext cx="38337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36550" lvl="0" marL="457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700"/>
              <a:buFont typeface="Helvetica Neue"/>
              <a:buChar char="•"/>
              <a:defRPr sz="1400"/>
            </a:lvl1pPr>
            <a:lvl2pPr indent="-3429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2pPr>
            <a:lvl3pPr indent="-3429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3pPr>
            <a:lvl4pPr indent="-34290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4pPr>
            <a:lvl5pPr indent="-34290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SzPts val="1800"/>
              <a:buFont typeface="Helvetica Neue"/>
              <a:buChar char="•"/>
              <a:defRPr sz="14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нкты">
  <p:cSld name="Пункты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68300" lvl="0" marL="457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200"/>
              <a:buFont typeface="Helvetica Neue"/>
              <a:buChar char="•"/>
              <a:defRPr sz="1800"/>
            </a:lvl1pPr>
            <a:lvl2pPr indent="-374650" lvl="1" marL="914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2pPr>
            <a:lvl3pPr indent="-374650" lvl="2" marL="1371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3pPr>
            <a:lvl4pPr indent="-374650" lvl="3" marL="1828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4pPr>
            <a:lvl5pPr indent="-374650" lvl="4" marL="22860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"/>
              <a:buChar char="•"/>
              <a:defRPr sz="1800"/>
            </a:lvl5pPr>
            <a:lvl6pPr indent="-279400" lvl="5" marL="27432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 (3 шт.)">
  <p:cSld name="Фото (3 шт.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>
            <p:ph idx="2" type="pic"/>
          </p:nvPr>
        </p:nvSpPr>
        <p:spPr>
          <a:xfrm>
            <a:off x="5737622" y="2643188"/>
            <a:ext cx="31218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/>
          <p:nvPr>
            <p:ph idx="3" type="pic"/>
          </p:nvPr>
        </p:nvSpPr>
        <p:spPr>
          <a:xfrm>
            <a:off x="5910263" y="323850"/>
            <a:ext cx="2776500" cy="2776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/>
          <p:nvPr>
            <p:ph idx="4" type="pic"/>
          </p:nvPr>
        </p:nvSpPr>
        <p:spPr>
          <a:xfrm>
            <a:off x="-371475" y="423863"/>
            <a:ext cx="64509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ото">
  <p:cSld name="Фото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>
            <p:ph idx="2" type="pic"/>
          </p:nvPr>
        </p:nvSpPr>
        <p:spPr>
          <a:xfrm>
            <a:off x="-19050" y="-476250"/>
            <a:ext cx="9182100" cy="6121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sz="9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">
  <p:cSld name="gray">
    <p:bg>
      <p:bgPr>
        <a:solidFill>
          <a:srgbClr val="F2F2F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idx="12" type="sldNum"/>
          </p:nvPr>
        </p:nvSpPr>
        <p:spPr>
          <a:xfrm>
            <a:off x="8572170" y="413907"/>
            <a:ext cx="144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" name="Google Shape;51;p14"/>
          <p:cNvSpPr txBox="1"/>
          <p:nvPr>
            <p:ph type="title"/>
          </p:nvPr>
        </p:nvSpPr>
        <p:spPr>
          <a:xfrm>
            <a:off x="1168003" y="409145"/>
            <a:ext cx="57087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900"/>
              <a:buFont typeface="Arial"/>
              <a:buNone/>
              <a:defRPr sz="900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</a:t>
            </a:r>
            <a:r>
              <a:rPr lang="en-US" sz="1300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" name="Google Shape;54;p15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2">
  <p:cSld name="MasterSlide2">
    <p:bg>
      <p:bgPr>
        <a:solidFill>
          <a:srgbClr val="D6FEFE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0" y="3214755"/>
            <a:ext cx="9144090" cy="1928880"/>
          </a:xfrm>
          <a:custGeom>
            <a:rect b="b" l="l" r="r" t="t"/>
            <a:pathLst>
              <a:path extrusionOk="0" h="14288" w="67734">
                <a:moveTo>
                  <a:pt x="0" y="9561"/>
                </a:moveTo>
                <a:lnTo>
                  <a:pt x="67734" y="0"/>
                </a:lnTo>
                <a:lnTo>
                  <a:pt x="67734" y="14288"/>
                </a:lnTo>
                <a:lnTo>
                  <a:pt x="0" y="14288"/>
                </a:lnTo>
                <a:lnTo>
                  <a:pt x="0" y="9561"/>
                </a:lnTo>
                <a:close/>
              </a:path>
            </a:pathLst>
          </a:custGeom>
          <a:gradFill>
            <a:gsLst>
              <a:gs pos="0">
                <a:srgbClr val="D6FEFE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16875" lIns="33750" spcFirstLastPara="1" rIns="33750" wrap="square" tIns="16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7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457110" y="1203525"/>
            <a:ext cx="8229300" cy="29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1pPr>
            <a:lvl2pPr indent="-228600" lvl="1" marL="914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2pPr>
            <a:lvl3pPr indent="-228600" lvl="2" marL="1371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3pPr>
            <a:lvl4pPr indent="-228600" lvl="3" marL="1828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4pPr>
            <a:lvl5pPr indent="-228600" lvl="4" marL="22860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5pPr>
            <a:lvl6pPr indent="-228600" lvl="5" marL="27432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6pPr>
            <a:lvl7pPr indent="-228600" lvl="6" marL="32004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7pPr>
            <a:lvl8pPr indent="-228600" lvl="7" marL="36576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8pPr>
            <a:lvl9pPr indent="-228600" lvl="8" marL="4114800" marR="0" algn="l">
              <a:spcBef>
                <a:spcPts val="2200"/>
              </a:spcBef>
              <a:spcAft>
                <a:spcPts val="0"/>
              </a:spcAft>
              <a:buSzPts val="500"/>
              <a:buNone/>
              <a:defRPr b="0" i="0" sz="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2">
  <p:cSld name="TITLE_AND_BODY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Slide1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/>
        </p:nvSpPr>
        <p:spPr>
          <a:xfrm>
            <a:off x="821531" y="1982391"/>
            <a:ext cx="5143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8778999" y="233363"/>
            <a:ext cx="99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#</a:t>
            </a:r>
            <a:endParaRPr/>
          </a:p>
        </p:txBody>
      </p:sp>
      <p:sp>
        <p:nvSpPr>
          <p:cNvPr id="69" name="Google Shape;69;p20"/>
          <p:cNvSpPr/>
          <p:nvPr/>
        </p:nvSpPr>
        <p:spPr>
          <a:xfrm>
            <a:off x="266700" y="413750"/>
            <a:ext cx="8610600" cy="96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CUSTOM">
    <p:bg>
      <p:bgPr>
        <a:solidFill>
          <a:srgbClr val="D6FEF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/>
        </p:nvSpPr>
        <p:spPr>
          <a:xfrm>
            <a:off x="4594813" y="4230344"/>
            <a:ext cx="35460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500"/>
              <a:buFont typeface="Arial"/>
              <a:buNone/>
            </a:pPr>
            <a:r>
              <a:rPr i="0" lang="en-US" sz="1300" u="none" cap="none" strike="noStrike">
                <a:solidFill>
                  <a:srgbClr val="212121"/>
                </a:solidFill>
                <a:latin typeface="Inter"/>
                <a:ea typeface="Inter"/>
                <a:cs typeface="Inter"/>
                <a:sym typeface="Inter"/>
              </a:rPr>
              <a:t>2024</a:t>
            </a:r>
            <a:endParaRPr sz="3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1"/>
          <p:cNvSpPr/>
          <p:nvPr/>
        </p:nvSpPr>
        <p:spPr>
          <a:xfrm>
            <a:off x="276495" y="435512"/>
            <a:ext cx="447900" cy="139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" showMasterSp="0">
  <p:cSld name="26_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2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75" name="Google Shape;75;p22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2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" showMasterSp="0">
  <p:cSld name="TITLE_AND_BOD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23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79" name="Google Shape;79;p23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0" name="Google Shape;80;p23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1" name="Google Shape;81;p23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2" name="Google Shape;82;p23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3" name="Google Shape;83;p23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p23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" name="Google Shape;85;p23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23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0" name="Google Shape;90;p23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1" name="Google Shape;91;p23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93" name="Google Shape;93;p23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95" name="Google Shape;95;p23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96" name="Google Shape;96;p23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3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1" showMasterSp="0">
  <p:cSld name="TITLE_AND_BODY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4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01" name="Google Shape;101;p24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2" name="Google Shape;102;p24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3" name="Google Shape;103;p24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4" name="Google Shape;104;p24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5" name="Google Shape;105;p24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6" name="Google Shape;106;p24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24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8" name="Google Shape;108;p24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9" name="Google Shape;109;p24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0" name="Google Shape;110;p24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24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2" name="Google Shape;112;p24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3" name="Google Shape;113;p24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4" name="Google Shape;114;p24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15" name="Google Shape;115;p24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17" name="Google Shape;117;p24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18" name="Google Shape;118;p24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4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4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2" showMasterSp="0">
  <p:cSld name="TITLE_AND_BODY_3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25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23" name="Google Shape;123;p25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25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25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25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25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25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25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0" name="Google Shape;130;p25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25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25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3" name="Google Shape;133;p25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4" name="Google Shape;134;p25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25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6" name="Google Shape;136;p25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7" name="Google Shape;137;p25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39" name="Google Shape;139;p25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40" name="Google Shape;140;p25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5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3" showMasterSp="0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6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45" name="Google Shape;145;p26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6" name="Google Shape;146;p26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7" name="Google Shape;147;p26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26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0" name="Google Shape;150;p26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26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26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61" name="Google Shape;161;p26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62" name="Google Shape;162;p26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_Пустой слайд" showMasterSp="0">
  <p:cSld name="27_Пустой слайд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/>
          <p:nvPr/>
        </p:nvSpPr>
        <p:spPr>
          <a:xfrm>
            <a:off x="0" y="4235999"/>
            <a:ext cx="9144000" cy="9075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ontserrat"/>
              <a:buNone/>
              <a:defRPr b="1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168" name="Google Shape;168;p27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69" name="Google Shape;169;p27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7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7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7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7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7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5" name="Google Shape;175;p27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7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7" name="Google Shape;177;p27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7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9" name="Google Shape;179;p27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0" name="Google Shape;180;p27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1" name="Google Shape;181;p27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82" name="Google Shape;182;p27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1203493" y="1279777"/>
            <a:ext cx="3837000" cy="22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3D3D"/>
              </a:buClr>
              <a:buSzPts val="1100"/>
              <a:buFont typeface="Montserrat"/>
              <a:buChar char="•"/>
              <a:defRPr sz="1100">
                <a:solidFill>
                  <a:srgbClr val="3D3D3D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84" name="Google Shape;184;p27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185" name="Google Shape;185;p27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7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7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Пустой слайд" showMasterSp="0">
  <p:cSld name="11_Пустой слайд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8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190" name="Google Shape;190;p28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2" name="Google Shape;192;p28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4" name="Google Shape;194;p28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6" name="Google Shape;196;p28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7" name="Google Shape;197;p28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8" name="Google Shape;198;p28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0" name="Google Shape;200;p28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2" name="Google Shape;202;p28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3" name="Google Shape;203;p28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04" name="Google Shape;204;p28"/>
          <p:cNvSpPr/>
          <p:nvPr>
            <p:ph idx="2" type="pic"/>
          </p:nvPr>
        </p:nvSpPr>
        <p:spPr>
          <a:xfrm>
            <a:off x="521493" y="1730261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28"/>
          <p:cNvSpPr/>
          <p:nvPr>
            <p:ph idx="3" type="pic"/>
          </p:nvPr>
        </p:nvSpPr>
        <p:spPr>
          <a:xfrm>
            <a:off x="521493" y="3685580"/>
            <a:ext cx="833400" cy="834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28"/>
          <p:cNvSpPr txBox="1"/>
          <p:nvPr>
            <p:ph idx="1" type="body"/>
          </p:nvPr>
        </p:nvSpPr>
        <p:spPr>
          <a:xfrm>
            <a:off x="1578485" y="1730261"/>
            <a:ext cx="39975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857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857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857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857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857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900"/>
              <a:buFont typeface="Montserrat"/>
              <a:buChar char="•"/>
              <a:defRPr sz="9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4" type="body"/>
          </p:nvPr>
        </p:nvSpPr>
        <p:spPr>
          <a:xfrm>
            <a:off x="1578484" y="3685580"/>
            <a:ext cx="65214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28"/>
          <p:cNvSpPr txBox="1"/>
          <p:nvPr>
            <p:ph type="title"/>
          </p:nvPr>
        </p:nvSpPr>
        <p:spPr>
          <a:xfrm>
            <a:off x="2536473" y="413872"/>
            <a:ext cx="4071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Montserrat"/>
              <a:buNone/>
              <a:defRPr b="1" sz="1800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442014" y="3179211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442014" y="1229435"/>
            <a:ext cx="41301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11" name="Google Shape;211;p28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12" name="Google Shape;212;p28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8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28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5" name="Google Shape;215;p28"/>
          <p:cNvSpPr txBox="1"/>
          <p:nvPr>
            <p:ph idx="7" type="body"/>
          </p:nvPr>
        </p:nvSpPr>
        <p:spPr>
          <a:xfrm>
            <a:off x="6618648" y="1650488"/>
            <a:ext cx="1420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4" showMasterSp="0">
  <p:cSld name="TITLE_AND_BOD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29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18" name="Google Shape;218;p29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3" name="Google Shape;223;p29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9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9" name="Google Shape;229;p29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0" name="Google Shape;230;p29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32" name="Google Shape;232;p29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34" name="Google Shape;234;p29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35" name="Google Shape;235;p29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9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7" name="Google Shape;237;p29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Пустой слайд 5" showMasterSp="0">
  <p:cSld name="TITLE_AND_BODY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30"/>
          <p:cNvGrpSpPr/>
          <p:nvPr/>
        </p:nvGrpSpPr>
        <p:grpSpPr>
          <a:xfrm>
            <a:off x="8329743" y="177568"/>
            <a:ext cx="513576" cy="534252"/>
            <a:chOff x="-123" y="0"/>
            <a:chExt cx="513576" cy="534252"/>
          </a:xfrm>
        </p:grpSpPr>
        <p:sp>
          <p:nvSpPr>
            <p:cNvPr id="240" name="Google Shape;240;p30"/>
            <p:cNvSpPr/>
            <p:nvPr/>
          </p:nvSpPr>
          <p:spPr>
            <a:xfrm rot="5400000">
              <a:off x="45885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1" name="Google Shape;241;p30"/>
            <p:cNvSpPr/>
            <p:nvPr/>
          </p:nvSpPr>
          <p:spPr>
            <a:xfrm rot="5400000">
              <a:off x="344109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2" name="Google Shape;242;p30"/>
            <p:cNvSpPr/>
            <p:nvPr/>
          </p:nvSpPr>
          <p:spPr>
            <a:xfrm rot="5400000">
              <a:off x="229364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3" name="Google Shape;243;p30"/>
            <p:cNvSpPr/>
            <p:nvPr/>
          </p:nvSpPr>
          <p:spPr>
            <a:xfrm rot="5400000">
              <a:off x="114620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4" name="Google Shape;244;p30"/>
            <p:cNvSpPr/>
            <p:nvPr/>
          </p:nvSpPr>
          <p:spPr>
            <a:xfrm rot="5400000">
              <a:off x="-123" y="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5" name="Google Shape;245;p30"/>
            <p:cNvSpPr/>
            <p:nvPr/>
          </p:nvSpPr>
          <p:spPr>
            <a:xfrm rot="5400000">
              <a:off x="229364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6" name="Google Shape;246;p30"/>
            <p:cNvSpPr/>
            <p:nvPr/>
          </p:nvSpPr>
          <p:spPr>
            <a:xfrm rot="5400000">
              <a:off x="115000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7" name="Google Shape;247;p30"/>
            <p:cNvSpPr/>
            <p:nvPr/>
          </p:nvSpPr>
          <p:spPr>
            <a:xfrm rot="5400000">
              <a:off x="458853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8" name="Google Shape;248;p30"/>
            <p:cNvSpPr/>
            <p:nvPr/>
          </p:nvSpPr>
          <p:spPr>
            <a:xfrm rot="5400000">
              <a:off x="344109" y="1181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9" name="Google Shape;249;p30"/>
            <p:cNvSpPr/>
            <p:nvPr/>
          </p:nvSpPr>
          <p:spPr>
            <a:xfrm rot="5400000">
              <a:off x="458853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0" name="Google Shape;250;p30"/>
            <p:cNvSpPr/>
            <p:nvPr/>
          </p:nvSpPr>
          <p:spPr>
            <a:xfrm rot="5400000">
              <a:off x="344109" y="236304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1" name="Google Shape;251;p30"/>
            <p:cNvSpPr/>
            <p:nvPr/>
          </p:nvSpPr>
          <p:spPr>
            <a:xfrm rot="5400000">
              <a:off x="458853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2" name="Google Shape;252;p30"/>
            <p:cNvSpPr/>
            <p:nvPr/>
          </p:nvSpPr>
          <p:spPr>
            <a:xfrm rot="5400000">
              <a:off x="344109" y="361500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30"/>
            <p:cNvSpPr/>
            <p:nvPr/>
          </p:nvSpPr>
          <p:spPr>
            <a:xfrm rot="5400000">
              <a:off x="458853" y="479652"/>
              <a:ext cx="54600" cy="54600"/>
            </a:xfrm>
            <a:prstGeom prst="ellipse">
              <a:avLst/>
            </a:prstGeom>
            <a:solidFill>
              <a:srgbClr val="0099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Montserrat"/>
                <a:buNone/>
              </a:pPr>
              <a:r>
                <a:t/>
              </a:r>
              <a:endParaRPr b="0" i="0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54" name="Google Shape;254;p30"/>
          <p:cNvSpPr txBox="1"/>
          <p:nvPr>
            <p:ph type="title"/>
          </p:nvPr>
        </p:nvSpPr>
        <p:spPr>
          <a:xfrm>
            <a:off x="1203493" y="226547"/>
            <a:ext cx="38370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400"/>
              <a:buFont typeface="Montserrat"/>
              <a:buNone/>
              <a:defRPr b="1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5" name="Google Shape;255;p30"/>
          <p:cNvSpPr txBox="1"/>
          <p:nvPr>
            <p:ph idx="1" type="body"/>
          </p:nvPr>
        </p:nvSpPr>
        <p:spPr>
          <a:xfrm>
            <a:off x="1203493" y="1279777"/>
            <a:ext cx="2225400" cy="25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404040"/>
              </a:buClr>
              <a:buSzPts val="1100"/>
              <a:buFont typeface="Montserrat"/>
              <a:buChar char="•"/>
              <a:defRPr sz="11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56" name="Google Shape;256;p30"/>
          <p:cNvGrpSpPr/>
          <p:nvPr/>
        </p:nvGrpSpPr>
        <p:grpSpPr>
          <a:xfrm>
            <a:off x="8432413" y="4718546"/>
            <a:ext cx="711722" cy="270000"/>
            <a:chOff x="10" y="0"/>
            <a:chExt cx="711722" cy="270000"/>
          </a:xfrm>
        </p:grpSpPr>
        <p:sp>
          <p:nvSpPr>
            <p:cNvPr id="257" name="Google Shape;257;p30"/>
            <p:cNvSpPr/>
            <p:nvPr/>
          </p:nvSpPr>
          <p:spPr>
            <a:xfrm>
              <a:off x="166932" y="96"/>
              <a:ext cx="544800" cy="26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30"/>
            <p:cNvSpPr/>
            <p:nvPr/>
          </p:nvSpPr>
          <p:spPr>
            <a:xfrm rot="10800000">
              <a:off x="10" y="0"/>
              <a:ext cx="274266" cy="270000"/>
            </a:xfrm>
            <a:custGeom>
              <a:rect b="b" l="l" r="r" t="t"/>
              <a:pathLst>
                <a:path extrusionOk="0" h="21600" w="21600">
                  <a:moveTo>
                    <a:pt x="0" y="0"/>
                  </a:moveTo>
                  <a:lnTo>
                    <a:pt x="10800" y="0"/>
                  </a:ln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727273" y="4742297"/>
            <a:ext cx="20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ontserrat"/>
              <a:buNone/>
              <a:defRPr sz="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7465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3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212121"/>
              </a:buClr>
              <a:buSzPts val="2400"/>
              <a:buFont typeface="Helvetica Neue"/>
              <a:buChar char="•"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Inter Medium"/>
              <a:buNone/>
              <a:defRPr i="0" sz="2900" u="none" cap="none" strike="noStrik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  <a:defRPr i="0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633413" y="1181100"/>
            <a:ext cx="78771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>
            <a:lvl1pPr indent="-349250" lvl="0" marL="457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  <a:defRPr i="0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Inter"/>
              <a:buChar char="•"/>
              <a:defRPr i="0" sz="13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•"/>
              <a:defRPr i="0" sz="1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81000" lvl="3" marL="1828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81000" lvl="4" marL="22860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81000" lvl="5" marL="27432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81000" lvl="6" marL="32004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81000" lvl="7" marL="36576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81000" lvl="8" marL="4114800" marR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nter"/>
              <a:buChar char="•"/>
              <a:defRPr i="0" sz="20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4484637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"/>
            <a:ext cx="822960" cy="82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19456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212121"/>
                </a:solidFill>
                <a:latin typeface="Inter Medium"/>
              </a:rPr>
              <a:t>Итоги 1 квартала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5943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212121"/>
                </a:solidFill>
                <a:latin typeface="Inter"/>
              </a:rPr>
              <a:t>Отчет коммерческого директора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Общая картина: лиды и сделки (1Q2025 vs 1Q2026)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52728"/>
          <a:ext cx="8046720" cy="268833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4689001"/>
                <a:gridCol w="1023055"/>
                <a:gridCol w="1023055"/>
                <a:gridCol w="131160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Показатель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1Q2025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1Q2026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12121"/>
                          </a:solidFill>
                          <a:latin typeface="Inter Medium"/>
                        </a:rPr>
                        <a:t>Динамика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Продажи новым клиентам, млн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+229%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Продажи постоянным клиентам, млн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+47%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Новые клиенты, кол-во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+100%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Лиды MQL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233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136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-42%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Лиды SQL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69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44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-36%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Конверсия MQL-&gt;SQL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32%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12121"/>
                          </a:solidFill>
                          <a:latin typeface="Inter"/>
                        </a:rPr>
                        <a:t>+2 п.п.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" name="Picture 3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Коммерческий блок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Ключевые сделки 1Q2026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Новые клиенты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Окто Золото — фирменный стиль, корпсайт, карьерный сайт, лендинги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Логика молока — дизайн внутреннего корпоративного портала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Щелково Агрохим — отчеты в CRM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ООО АЗ "НАЗ" — поддержка 9 сайтов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Редсофт — корпоративный сайт, ТЗ и дизайн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Постоянные клиенты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Северсталь — техническая поддержка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Богослов — миграции + ТЗ диссертации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Pridex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ТБМ, Мерц — продления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Рексофт — корпоративный сайт, допработы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Валента Фарм — релиз 2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Мегамаркет — федеральное промо и продления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Касперский Next — Key Visual с 3D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mazdaspb (дилер PERX) — SEO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Черкизово БФ — ТП и английская версия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Коммерческий блок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Что не продали в 1Q2026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Объем упущенных сделок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45 млн | Общая сумма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35 млн | Сделки с новыми клиентами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10 млн | Сделки с текущими клиентами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212121"/>
                </a:solidFill>
                <a:latin typeface="Inter Medium"/>
              </a:rPr>
              <a:t>Значимые сделки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ТП сайтов BAUSCH + LOMB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МТС Медиа — выбор поставщика на доработку функционала Битрикс CRM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Разработка сайта и дилерского кольца для автобренда Volga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RFI аэропорт "Казань" — КП на разработку сайта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ЯМЗ Автодизель — корпоративный сайт с каталогом-витриной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Алюминиевая Ассоциация — CRM + интеграция с ЛК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Поддержка портала для врачей "Школы Экспертов", Валента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SEO Кепт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Коммерческий блок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Ключевые цели Q2. 88 сделок на 237 млн. в пайпе.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52728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1. БФ "Вклад в Будущее" — поддержка 30 сайтов, Сбер (подписали)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2. Логика молока — поддержка и развитие карьерного сайта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3. Мегамаркет — дизайн-поддержка, продление и расширение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4. RTVI — медиаплатформа, 3 сайта телеканалов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5. Сибур Клиентам — разработка портала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6. Кепт — корпоративный сайт, бюджетирование 2026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7. ОСК — переезд системы сайтов на БУС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22320" y="1252728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8. Уралхим — система сайтов на Битрикс (лицензия Enterprise)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9. RFQ тендер Авито — услуги продуктового дизайна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10. Касперский — дизайн-поддержка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11. Логика молока — разработка и поддержка внутреннего портала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12. Северсталь — система аналитики показателей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13. Бауманка — портал "Путь инженера"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14. Русал — дивизион Даунстрим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1252728"/>
            <a:ext cx="249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15. Б1 — редизайн корпоративного сайта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16. Центр речевых технологий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17. Фонд Вега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18. CHINT Электрик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19. ICL Айсиэл Софт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20. НССА — корпоративный сайт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21. АО "Щелково Агрохим" — лицензия Enterprise Б24</a:t>
            </a:r>
          </a:p>
        </p:txBody>
      </p:sp>
      <p:pic>
        <p:nvPicPr>
          <p:cNvPr id="6" name="Picture 5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Коммерческий блок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12121"/>
                </a:solidFill>
                <a:latin typeface="Inter Medium"/>
              </a:rPr>
              <a:t>Ключевые выводы и фокус на 2 квартал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74519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12121"/>
                </a:solidFill>
                <a:latin typeface="Inter Medium"/>
              </a:rPr>
              <a:t>- Рост выручки обеспечен расширением базы новых клиентов и апсейлом по текущим контрактам.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Качество воронки улучшилось: конверсия MQL-&gt;SQL выросла с 30% до 32% при меньшем объеме лидов.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212121"/>
                </a:solidFill>
                <a:latin typeface="Inter"/>
              </a:rPr>
              <a:t>• Приоритет Q2: наращивать MQL верхнего уровня и удерживать конверсию SQL не ниже 32%.</a:t>
            </a:r>
          </a:p>
        </p:txBody>
      </p:sp>
      <p:pic>
        <p:nvPicPr>
          <p:cNvPr id="5" name="Picture 4" descr="upla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4416552"/>
            <a:ext cx="6858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73168"/>
            <a:ext cx="3657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>
                <a:solidFill>
                  <a:srgbClr val="999999"/>
                </a:solidFill>
                <a:latin typeface="Inter"/>
              </a:rPr>
              <a:t>Uplab · Коммерческий блок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828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